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  <p:embeddedFont>
      <p:font typeface="Calibri (MS)" panose="020B0604020202020204" charset="0"/>
      <p:regular r:id="rId13"/>
    </p:embeddedFont>
    <p:embeddedFont>
      <p:font typeface="Garamond Bold" panose="020B0604020202020204" charset="0"/>
      <p:regular r:id="rId14"/>
    </p:embeddedFont>
    <p:embeddedFont>
      <p:font typeface="Times New Roman Bold" panose="02020803070505020304" pitchFamily="18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2333" y="2573817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959969" y="990067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96929" y="-790137"/>
            <a:ext cx="15544800" cy="3114675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5087600" y="0"/>
            <a:ext cx="3315677" cy="1810465"/>
          </a:xfrm>
          <a:custGeom>
            <a:avLst/>
            <a:gdLst/>
            <a:ahLst/>
            <a:cxnLst/>
            <a:rect l="l" t="t" r="r" b="b"/>
            <a:pathLst>
              <a:path w="3315677" h="1810465">
                <a:moveTo>
                  <a:pt x="0" y="0"/>
                </a:moveTo>
                <a:lnTo>
                  <a:pt x="3315677" y="0"/>
                </a:lnTo>
                <a:lnTo>
                  <a:pt x="3315677" y="1810465"/>
                </a:lnTo>
                <a:lnTo>
                  <a:pt x="0" y="18104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28600" y="3131820"/>
            <a:ext cx="9455077" cy="71081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endParaRPr dirty="0"/>
          </a:p>
          <a:p>
            <a:pPr marL="651510" lvl="1" indent="-325755" algn="just">
              <a:lnSpc>
                <a:spcPct val="15000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sz="3200" dirty="0"/>
              <a:t>26006</a:t>
            </a:r>
            <a:endParaRPr lang="en-US" sz="3200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651510" lvl="1" indent="-325755" algn="just">
              <a:lnSpc>
                <a:spcPct val="15000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3200" dirty="0"/>
              <a:t>Development of an Intelligent Freight Forecasting Model for Optimized Vessel Chartering and Bulk Cargo Procurement from overseas to East Coast of India</a:t>
            </a:r>
            <a:endParaRPr lang="en-US" sz="32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651510" lvl="1" indent="-325755" algn="just">
              <a:lnSpc>
                <a:spcPct val="15000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3200" dirty="0"/>
              <a:t>Transportation &amp; Logistics</a:t>
            </a:r>
            <a:endParaRPr lang="en-US" sz="32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651510" lvl="1" indent="-325755" algn="just">
              <a:lnSpc>
                <a:spcPct val="15000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marL="651510" lvl="1" indent="-325755" algn="just">
              <a:lnSpc>
                <a:spcPct val="150000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ID- 157830</a:t>
            </a:r>
            <a:endParaRPr lang="en-US" sz="32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651510" lvl="1" indent="-325755" algn="just">
              <a:lnSpc>
                <a:spcPct val="15000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sz="320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CargoNex</a:t>
            </a:r>
            <a:endParaRPr lang="en-US" sz="32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74501" y="0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/>
            </a:p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2390" y="3124048"/>
            <a:ext cx="18105120" cy="680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8680" lvl="1" indent="-434340" algn="l">
              <a:lnSpc>
                <a:spcPts val="5759"/>
              </a:lnSpc>
              <a:buFont typeface="Arial"/>
              <a:buChar char="•"/>
            </a:pPr>
            <a:endParaRPr lang="en-US" sz="4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CargoNex</a:t>
              </a:r>
              <a:endParaRPr lang="en-US" sz="27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sp>
        <p:nvSpPr>
          <p:cNvPr id="17" name="Freeform 17"/>
          <p:cNvSpPr/>
          <p:nvPr/>
        </p:nvSpPr>
        <p:spPr>
          <a:xfrm>
            <a:off x="15087600" y="0"/>
            <a:ext cx="3315677" cy="1810465"/>
          </a:xfrm>
          <a:custGeom>
            <a:avLst/>
            <a:gdLst/>
            <a:ahLst/>
            <a:cxnLst/>
            <a:rect l="l" t="t" r="r" b="b"/>
            <a:pathLst>
              <a:path w="3315677" h="1810465">
                <a:moveTo>
                  <a:pt x="0" y="0"/>
                </a:moveTo>
                <a:lnTo>
                  <a:pt x="3315677" y="0"/>
                </a:lnTo>
                <a:lnTo>
                  <a:pt x="3315677" y="1810465"/>
                </a:lnTo>
                <a:lnTo>
                  <a:pt x="0" y="1810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EF98E17-F178-E4A5-9E6F-F884C44622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589"/>
          <a:stretch>
            <a:fillRect/>
          </a:stretch>
        </p:blipFill>
        <p:spPr>
          <a:xfrm>
            <a:off x="2232237" y="879422"/>
            <a:ext cx="12543728" cy="87472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05840" y="3827145"/>
            <a:ext cx="13895070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0047" lvl="1" algn="just">
              <a:lnSpc>
                <a:spcPts val="5040"/>
              </a:lnSpc>
            </a:pPr>
            <a:endParaRPr lang="en-US" sz="4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CargoNex</a:t>
              </a:r>
              <a:endParaRPr lang="en-US" sz="27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sp>
        <p:nvSpPr>
          <p:cNvPr id="17" name="Freeform 17"/>
          <p:cNvSpPr/>
          <p:nvPr/>
        </p:nvSpPr>
        <p:spPr>
          <a:xfrm>
            <a:off x="15087600" y="0"/>
            <a:ext cx="3315677" cy="1810465"/>
          </a:xfrm>
          <a:custGeom>
            <a:avLst/>
            <a:gdLst/>
            <a:ahLst/>
            <a:cxnLst/>
            <a:rect l="l" t="t" r="r" b="b"/>
            <a:pathLst>
              <a:path w="3315677" h="1810465">
                <a:moveTo>
                  <a:pt x="0" y="0"/>
                </a:moveTo>
                <a:lnTo>
                  <a:pt x="3315677" y="0"/>
                </a:lnTo>
                <a:lnTo>
                  <a:pt x="3315677" y="1810465"/>
                </a:lnTo>
                <a:lnTo>
                  <a:pt x="0" y="1810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27F69FA-4328-247F-89F8-BC2FFE88D3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467"/>
          <a:stretch>
            <a:fillRect/>
          </a:stretch>
        </p:blipFill>
        <p:spPr>
          <a:xfrm>
            <a:off x="475612" y="1689612"/>
            <a:ext cx="9049389" cy="70196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846C552-DEEA-E00D-EC23-42934069043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459" y="1577694"/>
            <a:ext cx="9530024" cy="76520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CargoNex</a:t>
              </a:r>
              <a:endParaRPr lang="en-US" sz="27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sp>
        <p:nvSpPr>
          <p:cNvPr id="17" name="Freeform 17"/>
          <p:cNvSpPr/>
          <p:nvPr/>
        </p:nvSpPr>
        <p:spPr>
          <a:xfrm>
            <a:off x="15087600" y="0"/>
            <a:ext cx="3315677" cy="1810465"/>
          </a:xfrm>
          <a:custGeom>
            <a:avLst/>
            <a:gdLst/>
            <a:ahLst/>
            <a:cxnLst/>
            <a:rect l="l" t="t" r="r" b="b"/>
            <a:pathLst>
              <a:path w="3315677" h="1810465">
                <a:moveTo>
                  <a:pt x="0" y="0"/>
                </a:moveTo>
                <a:lnTo>
                  <a:pt x="3315677" y="0"/>
                </a:lnTo>
                <a:lnTo>
                  <a:pt x="3315677" y="1810465"/>
                </a:lnTo>
                <a:lnTo>
                  <a:pt x="0" y="1810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6A3200F-0B26-DD29-98F8-95BA6B4C3E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498" b="6653"/>
          <a:stretch>
            <a:fillRect/>
          </a:stretch>
        </p:blipFill>
        <p:spPr>
          <a:xfrm>
            <a:off x="0" y="1620327"/>
            <a:ext cx="18288000" cy="77070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CargoNex</a:t>
              </a:r>
              <a:endParaRPr lang="en-US" sz="27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sp>
        <p:nvSpPr>
          <p:cNvPr id="17" name="Freeform 17"/>
          <p:cNvSpPr/>
          <p:nvPr/>
        </p:nvSpPr>
        <p:spPr>
          <a:xfrm>
            <a:off x="15087600" y="0"/>
            <a:ext cx="3315677" cy="1810465"/>
          </a:xfrm>
          <a:custGeom>
            <a:avLst/>
            <a:gdLst/>
            <a:ahLst/>
            <a:cxnLst/>
            <a:rect l="l" t="t" r="r" b="b"/>
            <a:pathLst>
              <a:path w="3315677" h="1810465">
                <a:moveTo>
                  <a:pt x="0" y="0"/>
                </a:moveTo>
                <a:lnTo>
                  <a:pt x="3315677" y="0"/>
                </a:lnTo>
                <a:lnTo>
                  <a:pt x="3315677" y="1810465"/>
                </a:lnTo>
                <a:lnTo>
                  <a:pt x="0" y="1810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9B4F266-AA2E-98C3-1ECE-9275F215652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403" b="5055"/>
          <a:stretch>
            <a:fillRect/>
          </a:stretch>
        </p:blipFill>
        <p:spPr>
          <a:xfrm>
            <a:off x="475612" y="2052388"/>
            <a:ext cx="8919353" cy="659631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85604FF-5937-BDD1-0489-B572893F3C2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77"/>
          <a:stretch>
            <a:fillRect/>
          </a:stretch>
        </p:blipFill>
        <p:spPr>
          <a:xfrm>
            <a:off x="9394965" y="1485900"/>
            <a:ext cx="8207235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AND REFERENCES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CargoNex</a:t>
              </a:r>
              <a:endParaRPr lang="en-US" sz="27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sp>
        <p:nvSpPr>
          <p:cNvPr id="17" name="Freeform 17"/>
          <p:cNvSpPr/>
          <p:nvPr/>
        </p:nvSpPr>
        <p:spPr>
          <a:xfrm>
            <a:off x="15087600" y="0"/>
            <a:ext cx="3315677" cy="1810465"/>
          </a:xfrm>
          <a:custGeom>
            <a:avLst/>
            <a:gdLst/>
            <a:ahLst/>
            <a:cxnLst/>
            <a:rect l="l" t="t" r="r" b="b"/>
            <a:pathLst>
              <a:path w="3315677" h="1810465">
                <a:moveTo>
                  <a:pt x="0" y="0"/>
                </a:moveTo>
                <a:lnTo>
                  <a:pt x="3315677" y="0"/>
                </a:lnTo>
                <a:lnTo>
                  <a:pt x="3315677" y="1810465"/>
                </a:lnTo>
                <a:lnTo>
                  <a:pt x="0" y="1810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BE78721-44D5-F3D8-A977-AC24BEAA469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741"/>
          <a:stretch>
            <a:fillRect/>
          </a:stretch>
        </p:blipFill>
        <p:spPr>
          <a:xfrm>
            <a:off x="1638300" y="1057454"/>
            <a:ext cx="15011399" cy="883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112</Words>
  <Application>Microsoft Office PowerPoint</Application>
  <PresentationFormat>Custom</PresentationFormat>
  <Paragraphs>46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Times New Roman Bold</vt:lpstr>
      <vt:lpstr>Arimo Bold</vt:lpstr>
      <vt:lpstr>Garamond Bold</vt:lpstr>
      <vt:lpstr>Arial</vt:lpstr>
      <vt:lpstr>Arimo</vt:lpstr>
      <vt:lpstr>Arial Bold</vt:lpstr>
      <vt:lpstr>Calibri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SIH2026-IDEA-Presentation-Format .pptx</dc:title>
  <cp:lastModifiedBy>Sankhadeep Bera</cp:lastModifiedBy>
  <cp:revision>25</cp:revision>
  <dcterms:created xsi:type="dcterms:W3CDTF">2006-08-16T00:00:00Z</dcterms:created>
  <dcterms:modified xsi:type="dcterms:W3CDTF">2026-09-23T16:39:59Z</dcterms:modified>
  <dc:identifier>DAHU0RjdNaA</dc:identifier>
</cp:coreProperties>
</file>